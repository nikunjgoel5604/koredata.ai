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kore_data-ex  v8.1  —  team_synopsis_final.pptx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</a:t>
            </a:r>
            <a:pPr indent="0" marL="0">
              <a:buNone/>
            </a:pPr>
            <a:r>
              <a:rPr lang="en-US" sz="4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data-ex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Technical Synopsis  ·  Architecture · ML Pipeline · Competitive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82296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55648" y="2240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v0.109  ·  Python 3.11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55648" y="2788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JS  ·  Chart.js 4.4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55648" y="3337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  ·  7 core tables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55648" y="3886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  ·  OTP  ·  JWT sessions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Engine: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27648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+ NumPy + Scikit-learn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Stack: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27648" y="2788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 + sklearn + Keras/LSTM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27648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Railway  ·  uvicorn  ·  NIXPACKS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886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27648" y="3886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v8.1  ·  production-ready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TEAM DISTRIBUTION ONLY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PROJECT 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kore_data-ex/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main.py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3807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database.py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eda_engine.py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167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simulation_engine.py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activity_tracker.py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9535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activity_routes.py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346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account_routes.py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7398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notification_engine.py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1330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models.py  schemas.py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5262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kore_complete_schema.sql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594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static/Js/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987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core.js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31152" y="987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auth guard · notifications · session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13807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eda.js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31152" y="13807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· EDA render · charts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92040" y="1773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workspace.js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31152" y="1773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workspaces · file sharing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2167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simulation.js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31152" y="2167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SSE simulation progress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560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activity_tracker_ui.js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31152" y="2560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session tracking UI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2953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account.js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31152" y="2953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account settings modal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33467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app.js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31152" y="33467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auth flows · login/register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37398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particle-network.js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31152" y="37398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animated background canvas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TEAM DISTRIBUTION ONLY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🗄️  DATABASE SCHEMA  —  kore_data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26517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94360"/>
            <a:ext cx="2651760" cy="347472"/>
          </a:xfrm>
          <a:prstGeom prst="rect">
            <a:avLst/>
          </a:prstGeom>
          <a:solidFill>
            <a:srgbClr val="58A6FF">
              <a:alpha val="18000"/>
            </a:srgbClr>
          </a:solidFill>
          <a:ln w="12700">
            <a:solidFill>
              <a:srgbClr val="58A6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30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kore_users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 PK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2893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login_id  VARCHAR(20)  UQ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VARCHAR(100)  UQ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1892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 VARCHAR(255)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2194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is_verified  TINYINT(1)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594360"/>
            <a:ext cx="26517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594360"/>
            <a:ext cx="2651760" cy="347472"/>
          </a:xfrm>
          <a:prstGeom prst="rect">
            <a:avLst/>
          </a:prstGeom>
          <a:solidFill>
            <a:srgbClr val="3FB950">
              <a:alpha val="18000"/>
            </a:srgbClr>
          </a:solidFill>
          <a:ln w="12700">
            <a:solidFill>
              <a:srgbClr val="3FB950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630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 PK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10128" y="12893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 VARCHAR(64)  UQ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0128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login_id  FK→kore_users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1892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  DATETIME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10128" y="2194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DATETIME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0760" y="594360"/>
            <a:ext cx="26517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594360"/>
            <a:ext cx="2651760" cy="347472"/>
          </a:xfrm>
          <a:prstGeom prst="rect">
            <a:avLst/>
          </a:prstGeom>
          <a:solidFill>
            <a:srgbClr val="E3B341">
              <a:alpha val="18000"/>
            </a:srgbClr>
          </a:solidFill>
          <a:ln w="12700">
            <a:solidFill>
              <a:srgbClr val="E3B341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630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otp_tokens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 PK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0488" y="12893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login_id  FK→kore_users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90488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otp_code  VARCHAR(6)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0488" y="1892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purpose  ENUM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90488" y="2194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  DATETIME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743200"/>
            <a:ext cx="26517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743200"/>
            <a:ext cx="2651760" cy="347472"/>
          </a:xfrm>
          <a:prstGeom prst="rect">
            <a:avLst/>
          </a:prstGeom>
          <a:solidFill>
            <a:srgbClr val="BC8CFF">
              <a:alpha val="18000"/>
            </a:srgbClr>
          </a:solidFill>
          <a:ln w="12700">
            <a:solidFill>
              <a:srgbClr val="BC8CFF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779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user_sessions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3136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 PK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9768" y="3438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login_id  FK→kore_users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9768" y="37398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session_token  VARCHAR(64)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9768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login_at  DATETIME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9768" y="4343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 TINYINT(1)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0" y="2743200"/>
            <a:ext cx="26517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2743200"/>
            <a:ext cx="2651760" cy="347472"/>
          </a:xfrm>
          <a:prstGeom prst="rect">
            <a:avLst/>
          </a:prstGeom>
          <a:solidFill>
            <a:srgbClr val="39D353">
              <a:alpha val="18000"/>
            </a:srgbClr>
          </a:solidFill>
          <a:ln w="12700">
            <a:solidFill>
              <a:srgbClr val="39D353">
                <a:alpha val="1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2779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daily_activity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0128" y="3136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 PK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10128" y="3438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login_id  FK→kore_users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10128" y="37398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activity_date  DATE  UQ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10128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total_active_sec  INT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10128" y="4343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login_count  INT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080760" y="2743200"/>
            <a:ext cx="26517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80760" y="2743200"/>
            <a:ext cx="2651760" cy="347472"/>
          </a:xfrm>
          <a:prstGeom prst="rect">
            <a:avLst/>
          </a:prstGeom>
          <a:solidFill>
            <a:srgbClr val="E3B341">
              <a:alpha val="18000"/>
            </a:srgbClr>
          </a:solidFill>
          <a:ln w="12700">
            <a:solidFill>
              <a:srgbClr val="E3B341">
                <a:alpha val="1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2779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uploaded_files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90488" y="3136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 PK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90488" y="3438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login_id  FK→kore_users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90488" y="37398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file_name  VARCHAR(255)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90488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file_size_kb  FLOAT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90488" y="4343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uploaded_at  DATETIME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tables share FK → kore_users(login_id)  ·  ON DELETE CASCADE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🔌  API ROUTES  —  FastAPI  /  main.py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4114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94360"/>
            <a:ext cx="4114800" cy="347472"/>
          </a:xfrm>
          <a:prstGeom prst="rect">
            <a:avLst/>
          </a:prstGeom>
          <a:solidFill>
            <a:srgbClr val="58A6FF">
              <a:alpha val="18000"/>
            </a:srgbClr>
          </a:solidFill>
          <a:ln w="12700">
            <a:solidFill>
              <a:srgbClr val="58A6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630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/auth/register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2207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/auth/login-request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453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/auth/verify-otp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6870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/auth/password-login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/auth/forgot-password/*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1534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/auth/set-password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3865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/auth/verify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594360"/>
            <a:ext cx="4114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594360"/>
            <a:ext cx="4114800" cy="347472"/>
          </a:xfrm>
          <a:prstGeom prst="rect">
            <a:avLst/>
          </a:prstGeom>
          <a:solidFill>
            <a:srgbClr val="BC8CFF">
              <a:alpha val="18000"/>
            </a:srgbClr>
          </a:solidFill>
          <a:ln w="12700">
            <a:solidFill>
              <a:srgbClr val="BC8CFF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630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/activity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987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/activity/validate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12207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/activity/login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453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/activity/logout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16870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/activity/heartbeat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/activity/dashboard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21534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/activity/history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23865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/activity/login-activity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4114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743200"/>
            <a:ext cx="4114800" cy="347472"/>
          </a:xfrm>
          <a:prstGeom prst="rect">
            <a:avLst/>
          </a:prstGeom>
          <a:solidFill>
            <a:srgbClr val="39D353">
              <a:alpha val="18000"/>
            </a:srgbClr>
          </a:solidFill>
          <a:ln w="12700">
            <a:solidFill>
              <a:srgbClr val="39D353">
                <a:alpha val="1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2779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1363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/account/profile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3695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/account/profile/update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6027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/account/avatar/upload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38359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/account/resume/upload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0690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/account/verify/email/*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3022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/account/activity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535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/account/delete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2743200"/>
            <a:ext cx="4114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743200"/>
            <a:ext cx="4114800" cy="347472"/>
          </a:xfrm>
          <a:prstGeom prst="rect">
            <a:avLst/>
          </a:prstGeom>
          <a:solidFill>
            <a:srgbClr val="3FB950">
              <a:alpha val="18000"/>
            </a:srgbClr>
          </a:solidFill>
          <a:ln w="12700">
            <a:solidFill>
              <a:srgbClr val="3FB950">
                <a:alpha val="1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2779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1363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/upload  (EDA + ML hook)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33695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/me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36027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/my-files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46320" y="38359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/notifications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6320" y="40690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/notifications/:id/read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43022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/simulation/steps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46320" y="4535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/simulation/run  (SSE)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TEAM DISTRIBUTION ONLY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 EDA ENGINE  —  eda_engine.py  v5.1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" y="685800"/>
            <a:ext cx="13716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6492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standardize_missing_values()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941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Converts NA/None/-- → np.nan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594360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68580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39512" y="685800"/>
            <a:ext cx="13716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6492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drop_fully_empty_columns()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49240" y="941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Drops cols with 100% NaN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435608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52704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0392" y="1527048"/>
            <a:ext cx="13716" cy="5029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1490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try_parse_dates()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0120" y="17830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Auto-detects 20+ date formats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1435608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52704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39512" y="1527048"/>
            <a:ext cx="13716" cy="5029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490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fill_missing_sequence()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49240" y="17830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Fills date gaps by freq (D/M/Y)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2276856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68296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0392" y="2368296"/>
            <a:ext cx="13716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2331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handle_missing_values()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26243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Mean/Median/Mode + indicator cols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276856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368296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39512" y="2368296"/>
            <a:ext cx="13716" cy="5029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331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statistical_summary()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49240" y="26243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mean/std/skew/kurt per numeric col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118104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20954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0392" y="3209544"/>
            <a:ext cx="13716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3172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detect_outliers()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0120" y="3465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IQR fences — Q1-1.5*IQR / Q3+1.5*IQR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3118104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20954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39512" y="3209544"/>
            <a:ext cx="13716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3172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detect_anomalies()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49240" y="3465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Z-score |Z| &gt; 3 flagging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3959352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05079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0392" y="4050792"/>
            <a:ext cx="13716" cy="5029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40142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compute_boxplot_data()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60120" y="43068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Whisker / outlier coords for Chart.js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3959352"/>
            <a:ext cx="41148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05079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39512" y="4050792"/>
            <a:ext cx="13716" cy="5029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9240" y="40142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compute_eda_accuracy()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349240" y="43068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5-dim weighted score: C+V+Co+U+I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TEAM DISTRIBUTION ONLY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⏱️  ACTIVITY TRACKING SYSTEM  —  v8.1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fixes in v8.1 — REFRESH SAFE session tracking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8412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14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07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refresh no longer creates duplicate sessions. /activity/validate called first — if token active, reuse it. login_count only increments on true logins.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85039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47672"/>
            <a:ext cx="54864" cy="8412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02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9514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timer no longer resets to 00:00:00 on refresh. Server sends login_at → client recalculates elapsed seconds. Local tick provides smooth display between 30s polls.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935224"/>
            <a:ext cx="85039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935224"/>
            <a:ext cx="54864" cy="84124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2826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core.js SessionManager no longer writes #session-time on its own — ActivityTracker owns all 3 sidebar time elements. Zero flicker from format conflicts.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922776"/>
            <a:ext cx="85039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922776"/>
            <a:ext cx="54864" cy="84124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270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visibilitychange no longer fires logout on tab refresh. Only explicit signOut() (from Sign Out button) closes the session and removes activity_token from localStorage.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TEAM DISTRIBUTION ONLY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 ML PIPELINE  —  feature_eng · model_select · epoch_control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FEATURE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 = df[col].skew()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127248" y="914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distribution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12755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abs(skew) &gt; 1: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6367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 = np.log1p(df[col])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27248" y="16367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log-transform skewed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979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corr_matrix = df.corr().abs()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27248" y="19979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pearson matrix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= [cols where r &gt; 0.95]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27248" y="2359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multicollinearity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7203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df[col+'_was_missing'] = mask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27248" y="27203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binary indicator col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 = OneHotEncoder(drop='first')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27248" y="3081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encode categories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34427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StandardScaler().fit(X)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27248" y="34427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normalize numerics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594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MODEL SELECTION LOGIC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1605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14400"/>
            <a:ext cx="45720" cy="8686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9509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1170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metric: RMSE / R²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73168" y="13716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LinearRegression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15087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Ridge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73168" y="16459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RandomForestRegressor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3168" y="17830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XGBRegressor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63440" y="1901952"/>
            <a:ext cx="41605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901952"/>
            <a:ext cx="45720" cy="8686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21579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metric: Accuracy / F1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73168" y="23591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LogisticRegression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73168" y="24963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SVC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73168" y="263347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RandomForestClassifier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73168" y="27706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XGBClassifier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3440" y="2889504"/>
            <a:ext cx="41605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889504"/>
            <a:ext cx="45720" cy="86868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31455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metric: val_loss curve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73168" y="334670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MLP (Dense→Dropout→Dense)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73168" y="34838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LSTM (sequences)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73168" y="36210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CNN (tabular)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63440" y="3877056"/>
            <a:ext cx="41605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877056"/>
            <a:ext cx="45720" cy="8686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73168" y="41330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metric: Silhouette score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73168" y="43342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KMeans (elbow method)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73168" y="447141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DBSCAN (density)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20040" y="4663440"/>
            <a:ext cx="8503920" cy="182880"/>
          </a:xfrm>
          <a:prstGeom prst="rect">
            <a:avLst/>
          </a:prstGeom>
          <a:solidFill>
            <a:srgbClr val="050D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645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EPOCH CONTROL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331720" y="4645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EarlyStopping(monitor='val_loss', patience=10)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023360" y="4645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Dropout(0.3–0.5)  ·  L2(1e-4)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715000" y="4645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ReduceLROnPlateau(factor=0.5, patience=5)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06640" y="4645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epochs=500, batch_size=auto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TEAM DISTRIBUTION ONLY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COMPETITIVE DIFF  —  AutoML · Zoho Analytics · Metabase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269748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94360"/>
            <a:ext cx="2697480" cy="347472"/>
          </a:xfrm>
          <a:prstGeom prst="rect">
            <a:avLst/>
          </a:prstGeom>
          <a:solidFill>
            <a:srgbClr val="F85149">
              <a:alpha val="18000"/>
            </a:srgbClr>
          </a:solidFill>
          <a:ln w="12700">
            <a:solidFill>
              <a:srgbClr val="F85149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21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AutoML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 GCP · Vertex AI · TensorFlow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Massive scale, fully managed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Black-box ML, zero EDA, GCP lock-in, no curriculum, expensive at scale ($0.9/node-hr)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pricing: $0.9/node-hr training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0" y="594360"/>
            <a:ext cx="269748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594360"/>
            <a:ext cx="2697480" cy="347472"/>
          </a:xfrm>
          <a:prstGeom prst="rect">
            <a:avLst/>
          </a:prstGeom>
          <a:solidFill>
            <a:srgbClr val="E3B341">
              <a:alpha val="18000"/>
            </a:srgbClr>
          </a:solidFill>
          <a:ln w="12700">
            <a:solidFill>
              <a:srgbClr val="E3B341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621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Zoho Analytics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9875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 Proprietary SaaS · Cloud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91840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Business dashboards, CRM integration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1840" y="146304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No ML pipeline, no automated EDA, no data quality scoring, no session tracking, closed source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24231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pricing: ₹800–₹4800/user/month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594360"/>
            <a:ext cx="269748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594360"/>
            <a:ext cx="2697480" cy="347472"/>
          </a:xfrm>
          <a:prstGeom prst="rect">
            <a:avLst/>
          </a:prstGeom>
          <a:solidFill>
            <a:srgbClr val="BC8CFF">
              <a:alpha val="18000"/>
            </a:srgbClr>
          </a:solidFill>
          <a:ln w="12700">
            <a:solidFill>
              <a:srgbClr val="BC8CFF">
                <a:alpha val="1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621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9875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 Java · React · PostgreSQL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72200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SQL-first, open-source core available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0" y="146304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Query engine only — no EDA, no ML, no feature engineering, no cleaning, no learning path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72200" y="24231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pricing: Free OSS / $500+/month cloud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" y="2834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WHERE KORE WINS — technical breakdown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182112"/>
            <a:ext cx="8503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2095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depth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20240" y="320954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25-step auto pipeline incl. anomaly, IQR, correlation, 5-dim accuracy scoring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3209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or manual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483864"/>
            <a:ext cx="85039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5112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transparency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20240" y="351129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importance + SHAP-ready + cross-val rank exposed via API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0" y="3511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Black-box or absent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785616"/>
            <a:ext cx="8503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8130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Overfitting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920240" y="38130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EarlyStopping + Dropout + LR scheduler + 70/15/15 split baked in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0" y="3813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responsibility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4087368"/>
            <a:ext cx="85039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1148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920240" y="411480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5-dim weighted score: completeness/validity/consistency/uniqueness/integrity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00800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4389120"/>
            <a:ext cx="8503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4165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layer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920240" y="4416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10-phase curriculum — every feature tied to a specific learning objective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0" y="44165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4690872"/>
            <a:ext cx="85039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7183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920240" y="471830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Self-hosted Railway — near-zero infra, no per-seat pricing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00800" y="47183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$500–$4800/month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TEAM DISTRIBUTION ONLY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📚  10-PHASE LEARNING ROADMAP  —  Technical Breakdown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8503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0350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6035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31720" y="6035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· Client/Server · 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94960" y="6035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Understand codebase structure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4241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04241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Dev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10424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· CSS · JS · Chart.js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94960" y="104241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index.html + home.html + all JS modules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444752"/>
            <a:ext cx="8503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48132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813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Dev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1481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REST · Auth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94960" y="148132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main.py · all routers · /upload endpoint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1883664"/>
            <a:ext cx="850392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202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68680" y="19202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31720" y="1920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· Schema · Joins · FKs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94960" y="19202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kore_complete_schema.sql · 7 tables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322576"/>
            <a:ext cx="8503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5915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8680" y="23591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&amp; Data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31720" y="2359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· NumPy · file I/O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94960" y="23591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EDA engine building blocks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761488"/>
            <a:ext cx="850392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79806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27980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Science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31720" y="27980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Stats · Missing · Outliers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94960" y="27980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eda_engine.py — 25 pipeline steps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200400"/>
            <a:ext cx="8503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23697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P7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68680" y="32369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 Pipeline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31720" y="3236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· Transform · Load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94960" y="323697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handle_missing_values() · build_dataset_slices()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639312"/>
            <a:ext cx="850392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6758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68680" y="3675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331720" y="36758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Chart.js · Correlation · Scatter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94960" y="367588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charts section · eda.js render functions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4078224"/>
            <a:ext cx="8503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114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68680" y="41148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ML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31720" y="41148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 · XGBoost · Keras · feature eng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394960" y="41148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simulation_engine.py + ML pipeline implementation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4517136"/>
            <a:ext cx="850392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55371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68680" y="45537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 &amp; Scale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331720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· Deploy · Monetize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394960" y="45537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railway.json · uvicorn · Railway deploy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TEAM DISTRIBUTION ONLY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CURRENT STATUS  ·  🔧  KNOWN ISSUES  ·  🗺️  NEXT SPRINT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COMPLETED — v8.1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Full auth system (OTP + bcrypt password)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289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EDA engine — 25 pipeline steps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5-dimension EDA accuracy scoring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20025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Activity tracking — refresh-safe v8.1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359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Notification engine — server + local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715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Account settings modal (full CRUD)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Simulation engine — SSE streaming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Workspace + file sharing system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7856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Responsive dark/light theme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4142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Railway deployment config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09160" y="594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KNOWN ISSUES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9326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SMS OTP not yet live (DEMO_MODE only)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09160" y="13350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account_schema.sql migration manual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09160" y="1737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password_modal.js uses old forgot route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09160" y="21396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Code execution sandbox limited builtins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2651760"/>
            <a:ext cx="420624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NEXT SPRINT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Phase 9: sklearn + XGBoost + Keras hookup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3346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NLP text column detection &amp; sentiment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0916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PDF report export (generate &amp; download)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09160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Real-time collaboration via websockets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9160" y="4279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Unit tests — pytest + coverage setup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09160" y="4590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AI-powered query interface (Ask Analytics)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TEAM DISTRIBUTION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Kore_data-ex — Team Technical Synopsis FINAL</dc:title>
  <dc:subject>PptxGenJS Presentation</dc:subject>
  <dc:creator>PptxGenJS</dc:creator>
  <cp:lastModifiedBy>PptxGenJS</cp:lastModifiedBy>
  <cp:revision>1</cp:revision>
  <dcterms:created xsi:type="dcterms:W3CDTF">2026-04-02T08:08:01Z</dcterms:created>
  <dcterms:modified xsi:type="dcterms:W3CDTF">2026-04-02T08:08:01Z</dcterms:modified>
</cp:coreProperties>
</file>